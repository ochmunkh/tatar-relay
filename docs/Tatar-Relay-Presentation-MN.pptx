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D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0"/>
            <a:ext cx="0" cy="6858000"/>
          </a:xfrm>
          <a:prstGeom prst="line">
            <a:avLst/>
          </a:prstGeom>
          <a:noFill/>
          <a:ln w="6350">
            <a:solidFill>
              <a:srgbClr val="1220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0" y="0"/>
            <a:ext cx="0" cy="6858000"/>
          </a:xfrm>
          <a:prstGeom prst="line">
            <a:avLst/>
          </a:prstGeom>
          <a:noFill/>
          <a:ln w="6350">
            <a:solidFill>
              <a:srgbClr val="1220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17520" y="0"/>
            <a:ext cx="0" cy="6858000"/>
          </a:xfrm>
          <a:prstGeom prst="line">
            <a:avLst/>
          </a:prstGeom>
          <a:noFill/>
          <a:ln w="6350">
            <a:solidFill>
              <a:srgbClr val="1220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023360" y="0"/>
            <a:ext cx="0" cy="6858000"/>
          </a:xfrm>
          <a:prstGeom prst="line">
            <a:avLst/>
          </a:prstGeom>
          <a:noFill/>
          <a:ln w="6350">
            <a:solidFill>
              <a:srgbClr val="1220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0" y="0"/>
            <a:ext cx="0" cy="6858000"/>
          </a:xfrm>
          <a:prstGeom prst="line">
            <a:avLst/>
          </a:prstGeom>
          <a:noFill/>
          <a:ln w="6350">
            <a:solidFill>
              <a:srgbClr val="1220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35040" y="0"/>
            <a:ext cx="0" cy="6858000"/>
          </a:xfrm>
          <a:prstGeom prst="line">
            <a:avLst/>
          </a:prstGeom>
          <a:noFill/>
          <a:ln w="6350">
            <a:solidFill>
              <a:srgbClr val="1220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40880" y="0"/>
            <a:ext cx="0" cy="6858000"/>
          </a:xfrm>
          <a:prstGeom prst="line">
            <a:avLst/>
          </a:prstGeom>
          <a:noFill/>
          <a:ln w="6350">
            <a:solidFill>
              <a:srgbClr val="1220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46720" y="0"/>
            <a:ext cx="0" cy="6858000"/>
          </a:xfrm>
          <a:prstGeom prst="line">
            <a:avLst/>
          </a:prstGeom>
          <a:noFill/>
          <a:ln w="6350">
            <a:solidFill>
              <a:srgbClr val="1220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052560" y="0"/>
            <a:ext cx="0" cy="6858000"/>
          </a:xfrm>
          <a:prstGeom prst="line">
            <a:avLst/>
          </a:prstGeom>
          <a:noFill/>
          <a:ln w="6350">
            <a:solidFill>
              <a:srgbClr val="1220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6350">
            <a:solidFill>
              <a:srgbClr val="1220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064240" y="0"/>
            <a:ext cx="0" cy="6858000"/>
          </a:xfrm>
          <a:prstGeom prst="line">
            <a:avLst/>
          </a:prstGeom>
          <a:noFill/>
          <a:ln w="6350">
            <a:solidFill>
              <a:srgbClr val="12203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6400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🔓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2148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45E1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APPLICATION-LAYER PROTOCOL ADAPTER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246888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0" b="1" dirty="0">
                <a:solidFill>
                  <a:srgbClr val="E9EF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Tatar Relay</a:t>
            </a:r>
            <a:endParaRPr lang="en-US" sz="78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39319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Шифрлэгдсэн API-г энгийн HTTP мэт зас — decrypt.py → encrypt.py гогцоог зогсоо.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51206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9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Enkhbat.O · Security Analyst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49B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github.com/ochmunkh/Tatar-Relay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Зөвхөн зөвшөөрөлтэй аюулгүй байдлын тест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9EF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Асуудал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21208" y="12344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дээр нэмээд өөрсдийн давхар шифрлэлт хийсэн урсгалыг тестлэх нь эргэлддэг гар ажил.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" y="1965960"/>
            <a:ext cx="5577840" cy="4297680"/>
          </a:xfrm>
          <a:prstGeom prst="roundRect">
            <a:avLst>
              <a:gd name="adj" fmla="val 2553"/>
            </a:avLst>
          </a:prstGeom>
          <a:solidFill>
            <a:srgbClr val="182234"/>
          </a:solidFill>
          <a:ln w="12700">
            <a:solidFill>
              <a:srgbClr val="2C3E58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21945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63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Өнөөдрийн урсгал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2788920"/>
            <a:ext cx="310896" cy="310896"/>
          </a:xfrm>
          <a:prstGeom prst="ellipse">
            <a:avLst/>
          </a:prstGeom>
          <a:solidFill>
            <a:srgbClr val="1E2A3D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788920"/>
            <a:ext cx="310896" cy="310896"/>
          </a:xfrm>
          <a:prstGeom prst="ellipse">
            <a:avLst/>
          </a:prstGeom>
          <a:solidFill>
            <a:srgbClr val="1E2A3D"/>
          </a:solidFill>
          <a:ln w="12700">
            <a:solidFill>
              <a:srgbClr val="F2637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788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63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76148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Burp-ээ орхиж capture-ээ хадгална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3447288"/>
            <a:ext cx="310896" cy="310896"/>
          </a:xfrm>
          <a:prstGeom prst="ellipse">
            <a:avLst/>
          </a:prstGeom>
          <a:solidFill>
            <a:srgbClr val="1E2A3D"/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" y="3447288"/>
            <a:ext cx="310896" cy="310896"/>
          </a:xfrm>
          <a:prstGeom prst="ellipse">
            <a:avLst/>
          </a:prstGeom>
          <a:solidFill>
            <a:srgbClr val="1E2A3D"/>
          </a:solidFill>
          <a:ln w="12700">
            <a:solidFill>
              <a:srgbClr val="F2637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34472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63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41985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decrypt.py бичиж/ажиллуулна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4105656"/>
            <a:ext cx="310896" cy="310896"/>
          </a:xfrm>
          <a:prstGeom prst="ellipse">
            <a:avLst/>
          </a:prstGeom>
          <a:solidFill>
            <a:srgbClr val="1E2A3D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4105656"/>
            <a:ext cx="310896" cy="310896"/>
          </a:xfrm>
          <a:prstGeom prst="ellipse">
            <a:avLst/>
          </a:prstGeom>
          <a:solidFill>
            <a:srgbClr val="1E2A3D"/>
          </a:solidFill>
          <a:ln w="12700">
            <a:solidFill>
              <a:srgbClr val="F2637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4105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63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407822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JSON-оо гараар засна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22960" y="4764024"/>
            <a:ext cx="310896" cy="310896"/>
          </a:xfrm>
          <a:prstGeom prst="ellipse">
            <a:avLst/>
          </a:prstGeom>
          <a:solidFill>
            <a:srgbClr val="1E2A3D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4764024"/>
            <a:ext cx="310896" cy="310896"/>
          </a:xfrm>
          <a:prstGeom prst="ellipse">
            <a:avLst/>
          </a:prstGeom>
          <a:solidFill>
            <a:srgbClr val="1E2A3D"/>
          </a:solidFill>
          <a:ln w="12700">
            <a:solidFill>
              <a:srgbClr val="F2637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" y="47640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63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473659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encrypt.py-ээр буцааж шифрлэнэ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22960" y="5422392"/>
            <a:ext cx="310896" cy="310896"/>
          </a:xfrm>
          <a:prstGeom prst="ellipse">
            <a:avLst/>
          </a:prstGeom>
          <a:solidFill>
            <a:srgbClr val="1E2A3D"/>
          </a:solidFill>
          <a:ln/>
        </p:spPr>
      </p:sp>
      <p:sp>
        <p:nvSpPr>
          <p:cNvPr id="23" name="Shape 21"/>
          <p:cNvSpPr/>
          <p:nvPr/>
        </p:nvSpPr>
        <p:spPr>
          <a:xfrm>
            <a:off x="822960" y="5422392"/>
            <a:ext cx="310896" cy="310896"/>
          </a:xfrm>
          <a:prstGeom prst="ellipse">
            <a:avLst/>
          </a:prstGeom>
          <a:solidFill>
            <a:srgbClr val="1E2A3D"/>
          </a:solidFill>
          <a:ln w="12700">
            <a:solidFill>
              <a:srgbClr val="F2637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2960" y="54223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63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280160" y="53949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envelope/HMAC-ээ гараар угсарна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355080" y="1965960"/>
            <a:ext cx="5257800" cy="2057400"/>
          </a:xfrm>
          <a:prstGeom prst="roundRect">
            <a:avLst>
              <a:gd name="adj" fmla="val 5333"/>
            </a:avLst>
          </a:prstGeom>
          <a:solidFill>
            <a:srgbClr val="1E2A3D"/>
          </a:solidFill>
          <a:ln w="12700">
            <a:solidFill>
              <a:srgbClr val="2C3E58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6629400" y="22402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 бүрт · engineer бүрт · удаа болгонд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629400" y="2743200"/>
            <a:ext cx="4709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9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Алгоритм солигдох бүрт бүх скриптээ дахин бичнэ — цаг алдана.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355080" y="4206240"/>
            <a:ext cx="5257800" cy="2057400"/>
          </a:xfrm>
          <a:prstGeom prst="roundRect">
            <a:avLst>
              <a:gd name="adj" fmla="val 5333"/>
            </a:avLst>
          </a:prstGeom>
          <a:solidFill>
            <a:srgbClr val="182234"/>
          </a:solidFill>
          <a:ln w="12700">
            <a:solidFill>
              <a:srgbClr val="2C3E58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6629400" y="438912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263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50+</a:t>
            </a:r>
            <a:endParaRPr lang="en-US" sz="5200" dirty="0"/>
          </a:p>
        </p:txBody>
      </p:sp>
      <p:sp>
        <p:nvSpPr>
          <p:cNvPr id="31" name="Text 29"/>
          <p:cNvSpPr txBox="1"/>
          <p:nvPr/>
        </p:nvSpPr>
        <p:spPr>
          <a:xfrm>
            <a:off x="6629400" y="5257800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4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мөр mitmproxy addon — engagement бүрт дахин бичигддэг boilerplate.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50292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8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TATAR RELAY</a:t>
            </a:r>
            <a:endParaRPr lang="en-US" sz="800" dirty="0"/>
          </a:p>
        </p:txBody>
      </p:sp>
      <p:sp>
        <p:nvSpPr>
          <p:cNvPr id="33" name="Text 31"/>
          <p:cNvSpPr txBox="1"/>
          <p:nvPr/>
        </p:nvSpPr>
        <p:spPr>
          <a:xfrm>
            <a:off x="11292840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9EF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Шийдэл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21208" y="12344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Тэр гар ажлыг нэг дахин ашиглагдах 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023360" y="12344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5E1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profile</a:t>
            </a:r>
            <a:pPr indent="0" marL="0">
              <a:buNone/>
            </a:pPr>
            <a:r>
              <a:rPr lang="en-US" sz="1600" dirty="0">
                <a:solidFill>
                  <a:srgbClr val="94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болгож хураана.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2148840"/>
            <a:ext cx="3520440" cy="3200400"/>
          </a:xfrm>
          <a:prstGeom prst="roundRect">
            <a:avLst>
              <a:gd name="adj" fmla="val 3429"/>
            </a:avLst>
          </a:prstGeom>
          <a:solidFill>
            <a:srgbClr val="182234"/>
          </a:solidFill>
          <a:ln w="12700">
            <a:solidFill>
              <a:srgbClr val="2C3E58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468880"/>
            <a:ext cx="640080" cy="640080"/>
          </a:xfrm>
          <a:prstGeom prst="ellipse">
            <a:avLst/>
          </a:prstGeom>
          <a:solidFill>
            <a:srgbClr val="1E2A3D"/>
          </a:solidFill>
          <a:ln w="19050">
            <a:solidFill>
              <a:srgbClr val="45E19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2487168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🔓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2918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5E1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Автоматаар тайлна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84048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4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нь body-г plaintext JSON болгож задална — capture, decrypt.py хэрэггүй.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297680" y="2148840"/>
            <a:ext cx="3520440" cy="3200400"/>
          </a:xfrm>
          <a:prstGeom prst="roundRect">
            <a:avLst>
              <a:gd name="adj" fmla="val 3429"/>
            </a:avLst>
          </a:prstGeom>
          <a:solidFill>
            <a:srgbClr val="182234"/>
          </a:solidFill>
          <a:ln w="12700">
            <a:solidFill>
              <a:srgbClr val="2C3E58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2468880"/>
            <a:ext cx="640080" cy="640080"/>
          </a:xfrm>
          <a:prstGeom prst="ellipse">
            <a:avLst/>
          </a:prstGeom>
          <a:solidFill>
            <a:srgbClr val="1E2A3D"/>
          </a:solidFill>
          <a:ln w="19050">
            <a:solidFill>
              <a:srgbClr val="49B6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17720" y="2487168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✎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32918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9B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Энгийн мэт зас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384048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4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Repeater дотор ердийн HTTP request шиг plaintext-ээ засна.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092440" y="2148840"/>
            <a:ext cx="3520440" cy="3200400"/>
          </a:xfrm>
          <a:prstGeom prst="roundRect">
            <a:avLst>
              <a:gd name="adj" fmla="val 3429"/>
            </a:avLst>
          </a:prstGeom>
          <a:solidFill>
            <a:srgbClr val="182234"/>
          </a:solidFill>
          <a:ln w="12700">
            <a:solidFill>
              <a:srgbClr val="2C3E58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12480" y="2468880"/>
            <a:ext cx="640080" cy="640080"/>
          </a:xfrm>
          <a:prstGeom prst="ellipse">
            <a:avLst/>
          </a:prstGeom>
          <a:solidFill>
            <a:srgbClr val="1E2A3D"/>
          </a:solidFill>
          <a:ln w="19050">
            <a:solidFill>
              <a:srgbClr val="F0B42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12480" y="2487168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32918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0B4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Reseal автомат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8412480" y="384048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4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Илгээхэд буцааж encrypt + HMAC/nonce/timestamp дахин угсарна.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2920" y="5532120"/>
            <a:ext cx="11155680" cy="777240"/>
          </a:xfrm>
          <a:prstGeom prst="roundRect">
            <a:avLst>
              <a:gd name="adj" fmla="val 14118"/>
            </a:avLst>
          </a:prstGeom>
          <a:solidFill>
            <a:srgbClr val="1E2A3D"/>
          </a:solidFill>
          <a:ln w="12700">
            <a:solidFill>
              <a:srgbClr val="2C3E58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22960" y="55321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Цөм зарчим:  </a:t>
            </a:r>
            <a:pPr indent="0" marL="0">
              <a:buNone/>
            </a:pPr>
            <a:r>
              <a:rPr lang="en-US" sz="1400" b="1" dirty="0">
                <a:solidFill>
                  <a:srgbClr val="E9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энгийнд declarative (YAML) · хэцүүд Python hook — хэзээ ч хана мөргөхгүй.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0292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8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TATAR RELAY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11292840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90D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9EF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Архитектур — 3 фаз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21208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Цэвэр урвуутай алхмуудыг бүтцийн/stateful замбараанаас зориуд салгасан.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" y="1965960"/>
            <a:ext cx="3520440" cy="3977640"/>
          </a:xfrm>
          <a:prstGeom prst="roundRect">
            <a:avLst>
              <a:gd name="adj" fmla="val 3636"/>
            </a:avLst>
          </a:prstGeom>
          <a:solidFill>
            <a:srgbClr val="182234"/>
          </a:solidFill>
          <a:ln w="12700">
            <a:solidFill>
              <a:srgbClr val="2C3E58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21945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49B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0632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9EF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Envelope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611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49B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Бүтцийн · асимметрик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06908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4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locate() payload-ыг ялгаж, skeleton-ыг хадгална. rebuild() буцааж суулгана.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97680" y="1965960"/>
            <a:ext cx="3520440" cy="3977640"/>
          </a:xfrm>
          <a:prstGeom prst="roundRect">
            <a:avLst>
              <a:gd name="adj" fmla="val 3636"/>
            </a:avLst>
          </a:prstGeom>
          <a:solidFill>
            <a:srgbClr val="182234"/>
          </a:solidFill>
          <a:ln w="12700">
            <a:solidFill>
              <a:srgbClr val="2C3E58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617720" y="21945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45E1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30632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9EF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3611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45E1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Цэвэр · урвуутай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406908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4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forward=decrypt, backward=encrypt. decrypt(encrypt(x))==x инвариант.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92440" y="1965960"/>
            <a:ext cx="3520440" cy="3977640"/>
          </a:xfrm>
          <a:prstGeom prst="roundRect">
            <a:avLst>
              <a:gd name="adj" fmla="val 3636"/>
            </a:avLst>
          </a:prstGeom>
          <a:solidFill>
            <a:srgbClr val="182234"/>
          </a:solidFill>
          <a:ln w="12700">
            <a:solidFill>
              <a:srgbClr val="2C3E58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412480" y="21945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B4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4400" dirty="0"/>
          </a:p>
        </p:txBody>
      </p:sp>
      <p:sp>
        <p:nvSpPr>
          <p:cNvPr id="16" name="Text 14"/>
          <p:cNvSpPr txBox="1"/>
          <p:nvPr/>
        </p:nvSpPr>
        <p:spPr>
          <a:xfrm>
            <a:off x="8412480" y="30632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9EF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Reseal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3611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Integrity · backward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406908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4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ts/nonce тавьж, шинэ envelope дээр HMAC-ыг дахин бодно.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977640" y="365760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6E809B"/>
                </a:solidFill>
              </a:rPr>
              <a:t>→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0" y="365760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6E809B"/>
                </a:solidFill>
              </a:rPr>
              <a:t>→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50292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8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TATAR RELAY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11292840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9EF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урсгал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21208" y="1234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Нэг flow-ийн decrypt → засах → encrypt мөчлөг.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" y="1965960"/>
            <a:ext cx="6858000" cy="4297680"/>
          </a:xfrm>
          <a:prstGeom prst="roundRect">
            <a:avLst>
              <a:gd name="adj" fmla="val 1702"/>
            </a:avLst>
          </a:prstGeom>
          <a:solidFill>
            <a:srgbClr val="0B121D"/>
          </a:solidFill>
          <a:ln w="12700">
            <a:solidFill>
              <a:srgbClr val="2C3E58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67512" y="2148840"/>
            <a:ext cx="91440" cy="91440"/>
          </a:xfrm>
          <a:prstGeom prst="ellipse">
            <a:avLst/>
          </a:prstGeom>
          <a:solidFill>
            <a:srgbClr val="F2637E"/>
          </a:solidFill>
          <a:ln/>
        </p:spPr>
      </p:sp>
      <p:sp>
        <p:nvSpPr>
          <p:cNvPr id="6" name="Shape 4"/>
          <p:cNvSpPr/>
          <p:nvPr/>
        </p:nvSpPr>
        <p:spPr>
          <a:xfrm>
            <a:off x="832104" y="2148840"/>
            <a:ext cx="91440" cy="91440"/>
          </a:xfrm>
          <a:prstGeom prst="ellipse">
            <a:avLst/>
          </a:prstGeom>
          <a:solidFill>
            <a:srgbClr val="F0B429"/>
          </a:solidFill>
          <a:ln/>
        </p:spPr>
      </p:sp>
      <p:sp>
        <p:nvSpPr>
          <p:cNvPr id="7" name="Shape 5"/>
          <p:cNvSpPr/>
          <p:nvPr/>
        </p:nvSpPr>
        <p:spPr>
          <a:xfrm>
            <a:off x="996696" y="2148840"/>
            <a:ext cx="91440" cy="91440"/>
          </a:xfrm>
          <a:prstGeom prst="ellipse">
            <a:avLst/>
          </a:prstGeom>
          <a:solidFill>
            <a:srgbClr val="45E19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2350008"/>
            <a:ext cx="64922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E8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Wire body (from client)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9B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① Envelope.locate      → payload ялгах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5E1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② base64_decode        → bytes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5E1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② hmac_verify          → integrity шалгах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5E1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② aes_decrypt          → plaintext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5E1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② as_json              → dict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… Burp дотор JSON-оо зас …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5E1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② aes_encrypt (урвуу)  → bytes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5E1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② base64_encode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9B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① Envelope.rebuild     → skeleton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③ Reseal.sign          → ts/nonce/HMAC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E8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Wire body → server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589520" y="1965960"/>
            <a:ext cx="4041648" cy="4297680"/>
          </a:xfrm>
          <a:prstGeom prst="roundRect">
            <a:avLst>
              <a:gd name="adj" fmla="val 2715"/>
            </a:avLst>
          </a:prstGeom>
          <a:solidFill>
            <a:srgbClr val="182234"/>
          </a:solidFill>
          <a:ln w="12700">
            <a:solidFill>
              <a:srgbClr val="2C3E58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863840" y="21945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5E1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Гол инвариант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863840" y="26974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9EF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decrypt(encrypt(x)) == x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863840" y="320040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4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алхам бүр цэвэр, урвуутай — тестээр батлагдсан.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863840" y="4160520"/>
            <a:ext cx="3474720" cy="0"/>
          </a:xfrm>
          <a:prstGeom prst="line">
            <a:avLst/>
          </a:prstGeom>
          <a:noFill/>
          <a:ln w="12700">
            <a:solidFill>
              <a:srgbClr val="2C3E5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863840" y="42976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B4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Reseal чухал шалтгаан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863840" y="4754880"/>
            <a:ext cx="3520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4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JSON-ыг дахин serialize хийхэд key дараалал өөрчлөгдөж HMAC эвдэрдэг — тиймээс preserve / canonical / compact горим тодорхой.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8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TATAR RELAY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1292840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9EF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 &amp; Reseal алхмууд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21208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 — код бичихгүй, YAML-аар угсарна.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" y="196596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182234"/>
          </a:solidFill>
          <a:ln w="12700">
            <a:solidFill>
              <a:srgbClr val="2C3E58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58952" y="2258568"/>
            <a:ext cx="146304" cy="146304"/>
          </a:xfrm>
          <a:prstGeom prst="ellipse">
            <a:avLst/>
          </a:prstGeom>
          <a:solidFill>
            <a:srgbClr val="45E19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1488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EF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base64_decode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58952" y="274320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4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 · gzip давхарга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300984" y="196596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182234"/>
          </a:solidFill>
          <a:ln w="12700">
            <a:solidFill>
              <a:srgbClr val="2C3E58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557016" y="2258568"/>
            <a:ext cx="146304" cy="146304"/>
          </a:xfrm>
          <a:prstGeom prst="ellipse">
            <a:avLst/>
          </a:prstGeom>
          <a:solidFill>
            <a:srgbClr val="45E19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803904" y="21488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EF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aes_decrypt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557016" y="274320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4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CBC / GCM · IV prefix|value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099048" y="196596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182234"/>
          </a:solidFill>
          <a:ln w="12700">
            <a:solidFill>
              <a:srgbClr val="2C3E58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55080" y="2258568"/>
            <a:ext cx="146304" cy="146304"/>
          </a:xfrm>
          <a:prstGeom prst="ellipse">
            <a:avLst/>
          </a:prstGeom>
          <a:solidFill>
            <a:srgbClr val="49B6F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601968" y="21488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EF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hmac_verify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355080" y="274320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4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sha1 / 256 / 512 шалгах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897112" y="196596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182234"/>
          </a:solidFill>
          <a:ln w="12700">
            <a:solidFill>
              <a:srgbClr val="2C3E58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153144" y="2258568"/>
            <a:ext cx="146304" cy="146304"/>
          </a:xfrm>
          <a:prstGeom prst="ellipse">
            <a:avLst/>
          </a:prstGeom>
          <a:solidFill>
            <a:srgbClr val="49B6F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400032" y="21488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EF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as_json / as_text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153144" y="274320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4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bytes ↔ dict / str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02920" y="393192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182234"/>
          </a:solidFill>
          <a:ln w="12700">
            <a:solidFill>
              <a:srgbClr val="2C3E58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58952" y="4224528"/>
            <a:ext cx="146304" cy="146304"/>
          </a:xfrm>
          <a:prstGeom prst="ellipse">
            <a:avLst/>
          </a:prstGeom>
          <a:solidFill>
            <a:srgbClr val="F0B429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05840" y="41148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EF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58952" y="470916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4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 / nonce талбар тавих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300984" y="393192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182234"/>
          </a:solidFill>
          <a:ln w="12700">
            <a:solidFill>
              <a:srgbClr val="2C3E58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557016" y="4224528"/>
            <a:ext cx="146304" cy="146304"/>
          </a:xfrm>
          <a:prstGeom prst="ellipse">
            <a:avLst/>
          </a:prstGeom>
          <a:solidFill>
            <a:srgbClr val="F0B429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803904" y="41148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EF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3557016" y="470916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4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 гарын үсэг (256/512)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099048" y="393192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182234"/>
          </a:solidFill>
          <a:ln w="12700">
            <a:solidFill>
              <a:srgbClr val="2C3E58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355080" y="4224528"/>
            <a:ext cx="146304" cy="146304"/>
          </a:xfrm>
          <a:prstGeom prst="ellipse">
            <a:avLst/>
          </a:prstGeom>
          <a:solidFill>
            <a:srgbClr val="F0B429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601968" y="41148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EF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serialize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355080" y="470916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4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 / canonical / compact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8897112" y="393192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182234"/>
          </a:solidFill>
          <a:ln w="12700">
            <a:solidFill>
              <a:srgbClr val="2C3E58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9153144" y="4224528"/>
            <a:ext cx="146304" cy="146304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400032" y="41148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EF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9153144" y="470916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4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аль ч scheme — escape hatch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50292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8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TATAR RELAY</a:t>
            </a:r>
            <a:endParaRPr lang="en-US" sz="800" dirty="0"/>
          </a:p>
        </p:txBody>
      </p:sp>
      <p:sp>
        <p:nvSpPr>
          <p:cNvPr id="37" name="Text 35"/>
          <p:cNvSpPr txBox="1"/>
          <p:nvPr/>
        </p:nvSpPr>
        <p:spPr>
          <a:xfrm>
            <a:off x="11292840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9EF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Envelope — payload олох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21208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Стратегиуд дараалж туршигдана — эхний тохирсон нь ялна.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" y="2011680"/>
            <a:ext cx="5486400" cy="868680"/>
          </a:xfrm>
          <a:prstGeom prst="roundRect">
            <a:avLst>
              <a:gd name="adj" fmla="val 12632"/>
            </a:avLst>
          </a:prstGeom>
          <a:solidFill>
            <a:srgbClr val="182234"/>
          </a:solidFill>
          <a:ln w="12700">
            <a:solidFill>
              <a:srgbClr val="2C3E58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201168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9B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2514600" y="201168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Бүхэл body = payload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3017520"/>
            <a:ext cx="5486400" cy="868680"/>
          </a:xfrm>
          <a:prstGeom prst="roundRect">
            <a:avLst>
              <a:gd name="adj" fmla="val 12632"/>
            </a:avLst>
          </a:prstGeom>
          <a:solidFill>
            <a:srgbClr val="182234"/>
          </a:solidFill>
          <a:ln w="12700">
            <a:solidFill>
              <a:srgbClr val="2C3E58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77240" y="301752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9B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json_field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514600" y="301752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объектын нэг талбар (field)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4023360"/>
            <a:ext cx="5486400" cy="868680"/>
          </a:xfrm>
          <a:prstGeom prst="roundRect">
            <a:avLst>
              <a:gd name="adj" fmla="val 12632"/>
            </a:avLst>
          </a:prstGeom>
          <a:solidFill>
            <a:srgbClr val="182234"/>
          </a:solidFill>
          <a:ln w="12700">
            <a:solidFill>
              <a:srgbClr val="2C3E58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77240" y="402336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9B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514600" y="402336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header-ийн утга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" y="5029200"/>
            <a:ext cx="5486400" cy="868680"/>
          </a:xfrm>
          <a:prstGeom prst="roundRect">
            <a:avLst>
              <a:gd name="adj" fmla="val 12632"/>
            </a:avLst>
          </a:prstGeom>
          <a:solidFill>
            <a:srgbClr val="182234"/>
          </a:solidFill>
          <a:ln w="12700">
            <a:solidFill>
              <a:srgbClr val="2C3E58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77240" y="502920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9B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regex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2514600" y="502920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capture group 1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63640" y="2011680"/>
            <a:ext cx="5394960" cy="3840480"/>
          </a:xfrm>
          <a:prstGeom prst="roundRect">
            <a:avLst>
              <a:gd name="adj" fmla="val 1905"/>
            </a:avLst>
          </a:prstGeom>
          <a:solidFill>
            <a:srgbClr val="0B121D"/>
          </a:solidFill>
          <a:ln w="12700">
            <a:solidFill>
              <a:srgbClr val="2C3E58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28232" y="2194560"/>
            <a:ext cx="91440" cy="91440"/>
          </a:xfrm>
          <a:prstGeom prst="ellipse">
            <a:avLst/>
          </a:prstGeom>
          <a:solidFill>
            <a:srgbClr val="F2637E"/>
          </a:solidFill>
          <a:ln/>
        </p:spPr>
      </p:sp>
      <p:sp>
        <p:nvSpPr>
          <p:cNvPr id="18" name="Shape 16"/>
          <p:cNvSpPr/>
          <p:nvPr/>
        </p:nvSpPr>
        <p:spPr>
          <a:xfrm>
            <a:off x="6592824" y="2194560"/>
            <a:ext cx="91440" cy="91440"/>
          </a:xfrm>
          <a:prstGeom prst="ellipse">
            <a:avLst/>
          </a:prstGeom>
          <a:solidFill>
            <a:srgbClr val="F0B429"/>
          </a:solidFill>
          <a:ln/>
        </p:spPr>
      </p:sp>
      <p:sp>
        <p:nvSpPr>
          <p:cNvPr id="19" name="Shape 17"/>
          <p:cNvSpPr/>
          <p:nvPr/>
        </p:nvSpPr>
        <p:spPr>
          <a:xfrm>
            <a:off x="6757416" y="2194560"/>
            <a:ext cx="91440" cy="91440"/>
          </a:xfrm>
          <a:prstGeom prst="ellipse">
            <a:avLst/>
          </a:prstGeom>
          <a:solidFill>
            <a:srgbClr val="45E19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46520" y="2395728"/>
            <a:ext cx="502920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E8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YAML profile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9B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envelope: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9EF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locate: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5E1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in: json_field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5E1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field: data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5E1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in: raw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E8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skeleton нь ctx-д хадгалагдаж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E8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rebuild() дээр буцаж угсрана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50292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8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TATAR RELAY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11292840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9EF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Хувьсагч &amp; Template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21208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${…} нь </a:t>
            </a:r>
            <a:pPr indent="0" marL="0">
              <a:buNone/>
            </a:pPr>
            <a:r>
              <a:rPr lang="en-US" sz="1500" b="1" dirty="0">
                <a:solidFill>
                  <a:srgbClr val="F26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БИШ</a:t>
            </a:r>
            <a:pPr indent="0" marL="0">
              <a:buNone/>
            </a:pPr>
            <a:r>
              <a:rPr lang="en-US" sz="1500" dirty="0">
                <a:solidFill>
                  <a:srgbClr val="94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зөвхөн тогтмол токенууд. Хэцүү бол → Python hook.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" y="2011680"/>
            <a:ext cx="5669280" cy="804672"/>
          </a:xfrm>
          <a:prstGeom prst="roundRect">
            <a:avLst>
              <a:gd name="adj" fmla="val 13636"/>
            </a:avLst>
          </a:prstGeom>
          <a:solidFill>
            <a:srgbClr val="182234"/>
          </a:solidFill>
          <a:ln w="12700">
            <a:solidFill>
              <a:srgbClr val="2C3E58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2011680"/>
            <a:ext cx="2743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5E1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${session_key}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3383280" y="2011680"/>
            <a:ext cx="2697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9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VarStore-оос утга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2944368"/>
            <a:ext cx="5669280" cy="804672"/>
          </a:xfrm>
          <a:prstGeom prst="roundRect">
            <a:avLst>
              <a:gd name="adj" fmla="val 13636"/>
            </a:avLst>
          </a:prstGeom>
          <a:solidFill>
            <a:srgbClr val="182234"/>
          </a:solidFill>
          <a:ln w="12700">
            <a:solidFill>
              <a:srgbClr val="2C3E58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77240" y="2944368"/>
            <a:ext cx="2743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5E1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${payload_b64}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2944368"/>
            <a:ext cx="2697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9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одоогийн алхмын оролт (base64)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3877056"/>
            <a:ext cx="5669280" cy="804672"/>
          </a:xfrm>
          <a:prstGeom prst="roundRect">
            <a:avLst>
              <a:gd name="adj" fmla="val 13636"/>
            </a:avLst>
          </a:prstGeom>
          <a:solidFill>
            <a:srgbClr val="182234"/>
          </a:solidFill>
          <a:ln w="12700">
            <a:solidFill>
              <a:srgbClr val="2C3E58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77240" y="3877056"/>
            <a:ext cx="2743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5E1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${now_ms}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3383280" y="3877056"/>
            <a:ext cx="2697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9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Unix millisecond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4809744"/>
            <a:ext cx="5669280" cy="804672"/>
          </a:xfrm>
          <a:prstGeom prst="roundRect">
            <a:avLst>
              <a:gd name="adj" fmla="val 13636"/>
            </a:avLst>
          </a:prstGeom>
          <a:solidFill>
            <a:srgbClr val="182234"/>
          </a:solidFill>
          <a:ln w="12700">
            <a:solidFill>
              <a:srgbClr val="2C3E58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77240" y="4809744"/>
            <a:ext cx="2743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5E1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${random_hex(N)}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3383280" y="4809744"/>
            <a:ext cx="2697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9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байт санамсаргүй hex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46520" y="2011680"/>
            <a:ext cx="5212080" cy="3840480"/>
          </a:xfrm>
          <a:prstGeom prst="roundRect">
            <a:avLst>
              <a:gd name="adj" fmla="val 2857"/>
            </a:avLst>
          </a:prstGeom>
          <a:solidFill>
            <a:srgbClr val="1E2A3D"/>
          </a:solidFill>
          <a:ln w="12700">
            <a:solidFill>
              <a:srgbClr val="2C3E58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720840" y="22402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9B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 vs live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6720840" y="2834640"/>
            <a:ext cx="4663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9EF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</a:t>
            </a:r>
            <a:endParaRPr lang="en-US" sz="1400" dirty="0"/>
          </a:p>
          <a:p>
            <a:pPr indent="0" marL="0">
              <a:buNone/>
            </a:pPr>
            <a:r>
              <a:rPr lang="en-US" sz="1350" dirty="0">
                <a:solidFill>
                  <a:srgbClr val="94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нэг удаа extract хийж кэшлэнэ (жишээ: session_key)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E9EF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</a:t>
            </a:r>
            <a:endParaRPr lang="en-US" sz="1400" dirty="0"/>
          </a:p>
          <a:p>
            <a:pPr indent="0" marL="0">
              <a:buNone/>
            </a:pPr>
            <a:r>
              <a:rPr lang="en-US" sz="1350" dirty="0">
                <a:solidFill>
                  <a:srgbClr val="94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бүрт дахин бодогдоно (counter, nonce)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8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TATAR RELAY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11292840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90D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hook — escape hatch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21208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хүрэлцэхгүй үед — hook гэдэг зүгээр л хэрэглэгчийн бичсэн Step, ижил (data, ctx) гарын үсэгтэй.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" y="1965960"/>
            <a:ext cx="6766560" cy="4297680"/>
          </a:xfrm>
          <a:prstGeom prst="roundRect">
            <a:avLst>
              <a:gd name="adj" fmla="val 1702"/>
            </a:avLst>
          </a:prstGeom>
          <a:solidFill>
            <a:srgbClr val="0B121D"/>
          </a:solidFill>
          <a:ln w="12700">
            <a:solidFill>
              <a:srgbClr val="2C3E58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67512" y="2148840"/>
            <a:ext cx="91440" cy="91440"/>
          </a:xfrm>
          <a:prstGeom prst="ellipse">
            <a:avLst/>
          </a:prstGeom>
          <a:solidFill>
            <a:srgbClr val="F2637E"/>
          </a:solidFill>
          <a:ln/>
        </p:spPr>
      </p:sp>
      <p:sp>
        <p:nvSpPr>
          <p:cNvPr id="6" name="Shape 4"/>
          <p:cNvSpPr/>
          <p:nvPr/>
        </p:nvSpPr>
        <p:spPr>
          <a:xfrm>
            <a:off x="832104" y="2148840"/>
            <a:ext cx="91440" cy="91440"/>
          </a:xfrm>
          <a:prstGeom prst="ellipse">
            <a:avLst/>
          </a:prstGeom>
          <a:solidFill>
            <a:srgbClr val="F0B429"/>
          </a:solidFill>
          <a:ln/>
        </p:spPr>
      </p:sp>
      <p:sp>
        <p:nvSpPr>
          <p:cNvPr id="7" name="Shape 5"/>
          <p:cNvSpPr/>
          <p:nvPr/>
        </p:nvSpPr>
        <p:spPr>
          <a:xfrm>
            <a:off x="996696" y="2148840"/>
            <a:ext cx="91440" cy="91440"/>
          </a:xfrm>
          <a:prstGeom prst="ellipse">
            <a:avLst/>
          </a:prstGeom>
          <a:solidFill>
            <a:srgbClr val="45E19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2350008"/>
            <a:ext cx="640080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9B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transform: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python: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9EF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file: hooks/ecdh_gcm.py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9EF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forward: decrypt_field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9EF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backward: encrypt_field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5E1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decrypt_field(data, ctx):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9EF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key = ctx.vars.get('session_key')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9EF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AESGCM(key).decrypt(...)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E8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ECDH+GCM, RSA-OAEP hybrid, custom codec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498080" y="1965960"/>
            <a:ext cx="4160520" cy="4297680"/>
          </a:xfrm>
          <a:prstGeom prst="roundRect">
            <a:avLst>
              <a:gd name="adj" fmla="val 2637"/>
            </a:avLst>
          </a:prstGeom>
          <a:solidFill>
            <a:srgbClr val="182234"/>
          </a:solidFill>
          <a:ln w="12700">
            <a:solidFill>
              <a:srgbClr val="2C3E58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772400" y="2240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B4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Аюулгүй байдал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7772400" y="2788920"/>
            <a:ext cx="3611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5E1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allow_python_hooks: false</a:t>
            </a:r>
            <a:endParaRPr lang="en-US" sz="1250" dirty="0"/>
          </a:p>
          <a:p>
            <a:pPr indent="0" marL="0">
              <a:buNone/>
            </a:pPr>
            <a:r>
              <a:rPr lang="en-US" sz="1400" dirty="0">
                <a:solidFill>
                  <a:srgbClr val="94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анхдагч. Итгэмжлэгдээгүй / community profile заавал declarative-only.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400" dirty="0">
                <a:solidFill>
                  <a:srgbClr val="E9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агуулсан profile = дурын код ажиллах эрсдэл. Зөвхөн итгэдэг local profile-оос ажиллуул.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8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TATAR RELAY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1292840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9EF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Алдаа &amp; Fail-safe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21208" y="118872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алхам бүрийг wrap хийнэ — pipeline хэзээ ч эвдэрсэн request явуулахгүй, эх байт руугаа fallback.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" y="1965960"/>
            <a:ext cx="5212080" cy="4206240"/>
          </a:xfrm>
          <a:prstGeom prst="roundRect">
            <a:avLst>
              <a:gd name="adj" fmla="val 2609"/>
            </a:avLst>
          </a:prstGeom>
          <a:solidFill>
            <a:srgbClr val="182234"/>
          </a:solidFill>
          <a:ln w="12700">
            <a:solidFill>
              <a:srgbClr val="2C3E58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21945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63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DecryptError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6974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6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category · step · direction · channel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20040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9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нь эдгээрийг барьж, лог болгож, эх message-ыг хэвээр дамжуулна.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493776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94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→ тестерт яг хаана, яагаад гэдгийг шууд хэлнэ.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0" y="1965960"/>
            <a:ext cx="5715000" cy="4206240"/>
          </a:xfrm>
          <a:prstGeom prst="roundRect">
            <a:avLst>
              <a:gd name="adj" fmla="val 2609"/>
            </a:avLst>
          </a:prstGeom>
          <a:solidFill>
            <a:srgbClr val="1E2A3D"/>
          </a:solidFill>
          <a:ln w="12700">
            <a:solidFill>
              <a:srgbClr val="2C3E58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217920" y="21945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9B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хаалттай категори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63640" y="2798064"/>
            <a:ext cx="91440" cy="91440"/>
          </a:xfrm>
          <a:prstGeom prst="ellipse">
            <a:avLst/>
          </a:prstGeom>
          <a:solidFill>
            <a:srgbClr val="F2637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64808" y="26974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EF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padding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006840" y="2798064"/>
            <a:ext cx="91440" cy="91440"/>
          </a:xfrm>
          <a:prstGeom prst="ellipse">
            <a:avLst/>
          </a:prstGeom>
          <a:solidFill>
            <a:srgbClr val="F2637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208008" y="26974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EF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tag_mismatch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63640" y="3346704"/>
            <a:ext cx="91440" cy="91440"/>
          </a:xfrm>
          <a:prstGeom prst="ellipse">
            <a:avLst/>
          </a:prstGeom>
          <a:solidFill>
            <a:srgbClr val="F2637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64808" y="32461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EF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wrong_key_size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006840" y="3346704"/>
            <a:ext cx="91440" cy="91440"/>
          </a:xfrm>
          <a:prstGeom prst="ellipse">
            <a:avLst/>
          </a:prstGeom>
          <a:solidFill>
            <a:srgbClr val="F2637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208008" y="32461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EF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signature_invalid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3895344"/>
            <a:ext cx="91440" cy="91440"/>
          </a:xfrm>
          <a:prstGeom prst="ellipse">
            <a:avLst/>
          </a:prstGeom>
          <a:solidFill>
            <a:srgbClr val="F2637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64808" y="37947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EF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type_mismatch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006840" y="3895344"/>
            <a:ext cx="91440" cy="91440"/>
          </a:xfrm>
          <a:prstGeom prst="ellipse">
            <a:avLst/>
          </a:prstGeom>
          <a:solidFill>
            <a:srgbClr val="F2637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08008" y="37947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EF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locate_failed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63640" y="4443984"/>
            <a:ext cx="91440" cy="91440"/>
          </a:xfrm>
          <a:prstGeom prst="ellipse">
            <a:avLst/>
          </a:prstGeom>
          <a:solidFill>
            <a:srgbClr val="F2637E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64808" y="43434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EF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extraction_failed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006840" y="4443984"/>
            <a:ext cx="91440" cy="91440"/>
          </a:xfrm>
          <a:prstGeom prst="ellipse">
            <a:avLst/>
          </a:prstGeom>
          <a:solidFill>
            <a:srgbClr val="F2637E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208008" y="43434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EF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scope_violation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263640" y="4992624"/>
            <a:ext cx="91440" cy="91440"/>
          </a:xfrm>
          <a:prstGeom prst="ellipse">
            <a:avLst/>
          </a:prstGeom>
          <a:solidFill>
            <a:srgbClr val="F2637E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464808" y="48920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EF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profile_invalid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006840" y="4992624"/>
            <a:ext cx="91440" cy="91440"/>
          </a:xfrm>
          <a:prstGeom prst="ellipse">
            <a:avLst/>
          </a:prstGeom>
          <a:solidFill>
            <a:srgbClr val="F2637E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208008" y="48920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EF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hook_error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263640" y="5541264"/>
            <a:ext cx="91440" cy="91440"/>
          </a:xfrm>
          <a:prstGeom prst="ellipse">
            <a:avLst/>
          </a:prstGeom>
          <a:solidFill>
            <a:srgbClr val="F2637E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464808" y="5440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EF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config_error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006840" y="5541264"/>
            <a:ext cx="91440" cy="91440"/>
          </a:xfrm>
          <a:prstGeom prst="ellipse">
            <a:avLst/>
          </a:prstGeom>
          <a:solidFill>
            <a:srgbClr val="F2637E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208008" y="54406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EF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internal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50292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8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TATAR RELAY</a:t>
            </a:r>
            <a:endParaRPr lang="en-US" sz="800" dirty="0"/>
          </a:p>
        </p:txBody>
      </p:sp>
      <p:sp>
        <p:nvSpPr>
          <p:cNvPr id="36" name="Text 34"/>
          <p:cNvSpPr txBox="1"/>
          <p:nvPr/>
        </p:nvSpPr>
        <p:spPr>
          <a:xfrm>
            <a:off x="11292840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90D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9EF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Frontend-үүд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21208" y="118872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core нь эрх мэдэлтэй — бусад frontend bridge (JSON-RPC)-ээр ярина. Java-д crypto давтахгүй.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" y="2011680"/>
            <a:ext cx="3520440" cy="4023360"/>
          </a:xfrm>
          <a:prstGeom prst="roundRect">
            <a:avLst>
              <a:gd name="adj" fmla="val 3636"/>
            </a:avLst>
          </a:prstGeom>
          <a:solidFill>
            <a:srgbClr val="182234"/>
          </a:solidFill>
          <a:ln w="12700">
            <a:solidFill>
              <a:srgbClr val="2C3E58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23317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5E1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2960" y="3063240"/>
            <a:ext cx="2880360" cy="0"/>
          </a:xfrm>
          <a:prstGeom prst="line">
            <a:avLst/>
          </a:prstGeom>
          <a:noFill/>
          <a:ln w="12700">
            <a:solidFill>
              <a:srgbClr val="2C3E5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246120"/>
            <a:ext cx="2926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94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· preview · validate · inspect · bridge · capture. Proxy-гүйгээр profile-оо батлах хамгийн хурдан зам.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297680" y="2011680"/>
            <a:ext cx="3520440" cy="4023360"/>
          </a:xfrm>
          <a:prstGeom prst="roundRect">
            <a:avLst>
              <a:gd name="adj" fmla="val 3636"/>
            </a:avLst>
          </a:prstGeom>
          <a:solidFill>
            <a:srgbClr val="182234"/>
          </a:solidFill>
          <a:ln w="12700">
            <a:solidFill>
              <a:srgbClr val="2C3E58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617720" y="23317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9B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mitmproxy addon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617720" y="3063240"/>
            <a:ext cx="2880360" cy="0"/>
          </a:xfrm>
          <a:prstGeom prst="line">
            <a:avLst/>
          </a:prstGeom>
          <a:noFill/>
          <a:ln w="12700">
            <a:solidFill>
              <a:srgbClr val="2C3E5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17720" y="3246120"/>
            <a:ext cx="2926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94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v0.1 reference. Scripted rewrite + response дээр extraction feed.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092440" y="2011680"/>
            <a:ext cx="3520440" cy="4023360"/>
          </a:xfrm>
          <a:prstGeom prst="roundRect">
            <a:avLst>
              <a:gd name="adj" fmla="val 3636"/>
            </a:avLst>
          </a:prstGeom>
          <a:solidFill>
            <a:srgbClr val="182234"/>
          </a:solidFill>
          <a:ln w="12700">
            <a:solidFill>
              <a:srgbClr val="2C3E58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412480" y="23317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B4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Burp extension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412480" y="3063240"/>
            <a:ext cx="2880360" cy="0"/>
          </a:xfrm>
          <a:prstGeom prst="line">
            <a:avLst/>
          </a:prstGeom>
          <a:noFill/>
          <a:ln w="12700">
            <a:solidFill>
              <a:srgbClr val="2C3E5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412480" y="3246120"/>
            <a:ext cx="2926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94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v0.2. Montoya API. 'Tatar Relay 🔓' tab — Repeater дотор plaintext зас.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8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TATAR RELAY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1292840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9EF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key capture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21208" y="118872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бүрт өөрчлөгддөг session key-г алгоритмаар барьж, bridge-д автоматаар дамжуулна.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3017520" cy="2560320"/>
          </a:xfrm>
          <a:prstGeom prst="roundRect">
            <a:avLst>
              <a:gd name="adj" fmla="val 4286"/>
            </a:avLst>
          </a:prstGeom>
          <a:solidFill>
            <a:srgbClr val="182234"/>
          </a:solidFill>
          <a:ln w="12700">
            <a:solidFill>
              <a:srgbClr val="2C3E58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97280" y="24688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5E1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32004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EF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 hook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365760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6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EVP/AES + WebCrypto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4A6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deriveKey / importKey залгана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3886200" y="320040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E809B"/>
                </a:solidFill>
              </a:rPr>
              <a:t>→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4480560" y="2286000"/>
            <a:ext cx="3017520" cy="2560320"/>
          </a:xfrm>
          <a:prstGeom prst="roundRect">
            <a:avLst>
              <a:gd name="adj" fmla="val 4286"/>
            </a:avLst>
          </a:prstGeom>
          <a:solidFill>
            <a:srgbClr val="182234"/>
          </a:solidFill>
          <a:ln w="12700">
            <a:solidFill>
              <a:srgbClr val="2C3E58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754880" y="24688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9B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32004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EF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Capture server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754880" y="365760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6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/key?v=&lt;hex&gt;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4A6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 9091 дээр хүлээж авна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7543800" y="320040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E809B"/>
                </a:solidFill>
              </a:rPr>
              <a:t>→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8138160" y="2286000"/>
            <a:ext cx="3017520" cy="2560320"/>
          </a:xfrm>
          <a:prstGeom prst="roundRect">
            <a:avLst>
              <a:gd name="adj" fmla="val 4286"/>
            </a:avLst>
          </a:prstGeom>
          <a:solidFill>
            <a:srgbClr val="182234"/>
          </a:solidFill>
          <a:ln w="12700">
            <a:solidFill>
              <a:srgbClr val="2C3E58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412480" y="246888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B4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8412480" y="32004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9EF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Bridge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365760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6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captured_vars →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4A6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decrypt-д автоматаар орно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22960" y="5120640"/>
            <a:ext cx="10515600" cy="1051560"/>
          </a:xfrm>
          <a:prstGeom prst="roundRect">
            <a:avLst>
              <a:gd name="adj" fmla="val 10435"/>
            </a:avLst>
          </a:prstGeom>
          <a:solidFill>
            <a:srgbClr val="1E2A3D"/>
          </a:solidFill>
          <a:ln w="12700">
            <a:solidFill>
              <a:srgbClr val="2C3E58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1097280" y="52578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5E1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relay bridge profile.yaml --capture</a:t>
            </a:r>
            <a:endParaRPr lang="en-US" sz="1400" dirty="0"/>
          </a:p>
          <a:p>
            <a:pPr indent="0" marL="0">
              <a:buNone/>
            </a:pPr>
            <a:r>
              <a:rPr lang="en-US" sz="1350" dirty="0">
                <a:solidFill>
                  <a:srgbClr val="94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hook-оо нэг удаа Match&amp;Replace-д тарь → login бүрт key автоматаар шинэчлэгдэнэ.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0292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8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TATAR RELAY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11292840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9EF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Аюулгүй байдал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21208" y="1234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өөрөө хариуцлагатай — зөвхөн зөвшөөрөлтэй тест.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" y="2057400"/>
            <a:ext cx="5349240" cy="1783080"/>
          </a:xfrm>
          <a:prstGeom prst="roundRect">
            <a:avLst>
              <a:gd name="adj" fmla="val 6154"/>
            </a:avLst>
          </a:prstGeom>
          <a:solidFill>
            <a:srgbClr val="182234"/>
          </a:solidFill>
          <a:ln w="12700">
            <a:solidFill>
              <a:srgbClr val="2C3E58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441448"/>
            <a:ext cx="164592" cy="164592"/>
          </a:xfrm>
          <a:prstGeom prst="ellipse">
            <a:avLst/>
          </a:prstGeom>
          <a:solidFill>
            <a:srgbClr val="45E19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43000" y="231343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9EF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Fail-closed scope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88036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4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scope.hosts хоосон бол profile ачаалахгүй. Зөвшөөрөгдөөгүй host/path-аас гадуур тайлахаас татгалзана.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126480" y="2057400"/>
            <a:ext cx="5349240" cy="1783080"/>
          </a:xfrm>
          <a:prstGeom prst="roundRect">
            <a:avLst>
              <a:gd name="adj" fmla="val 6154"/>
            </a:avLst>
          </a:prstGeom>
          <a:solidFill>
            <a:srgbClr val="182234"/>
          </a:solidFill>
          <a:ln w="12700">
            <a:solidFill>
              <a:srgbClr val="2C3E58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46520" y="2441448"/>
            <a:ext cx="164592" cy="164592"/>
          </a:xfrm>
          <a:prstGeom prst="ellipse">
            <a:avLst/>
          </a:prstGeom>
          <a:solidFill>
            <a:srgbClr val="49B6F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766560" y="231343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9EF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Constant-time compare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288036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4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hmac.compare_digest() — timing attack хориглоно.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02920" y="4069080"/>
            <a:ext cx="5349240" cy="1783080"/>
          </a:xfrm>
          <a:prstGeom prst="roundRect">
            <a:avLst>
              <a:gd name="adj" fmla="val 6154"/>
            </a:avLst>
          </a:prstGeom>
          <a:solidFill>
            <a:srgbClr val="182234"/>
          </a:solidFill>
          <a:ln w="12700">
            <a:solidFill>
              <a:srgbClr val="2C3E58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2960" y="4453128"/>
            <a:ext cx="164592" cy="164592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143000" y="432511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9EF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Declarative-only sharing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89204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4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profile Python агуулж болохгүй — supply-chain занга хаана.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126480" y="4069080"/>
            <a:ext cx="5349240" cy="1783080"/>
          </a:xfrm>
          <a:prstGeom prst="roundRect">
            <a:avLst>
              <a:gd name="adj" fmla="val 6154"/>
            </a:avLst>
          </a:prstGeom>
          <a:solidFill>
            <a:srgbClr val="182234"/>
          </a:solidFill>
          <a:ln w="12700">
            <a:solidFill>
              <a:srgbClr val="2C3E58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46520" y="4453128"/>
            <a:ext cx="164592" cy="164592"/>
          </a:xfrm>
          <a:prstGeom prst="ellipse">
            <a:avLst/>
          </a:prstGeom>
          <a:solidFill>
            <a:srgbClr val="F0B42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766560" y="432511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9EF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 chain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489204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4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Тайлсан бүхэн profile + scope + timestamp-тайгаар лог болно.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50292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8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TATAR RELAY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11292840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90D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9EF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Замын зураг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02920" y="1600200"/>
            <a:ext cx="3566160" cy="4572000"/>
          </a:xfrm>
          <a:prstGeom prst="roundRect">
            <a:avLst>
              <a:gd name="adj" fmla="val 3077"/>
            </a:avLst>
          </a:prstGeom>
          <a:solidFill>
            <a:srgbClr val="182234"/>
          </a:solidFill>
          <a:ln w="12700">
            <a:solidFill>
              <a:srgbClr val="2C3E58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77240" y="1828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45E1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ОДОО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3317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5E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3317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9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AES-CBC / GCM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889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5E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7889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9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 verify (1/256/512)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2461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5E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32461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9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base64 / hex / gzip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7033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5E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37033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9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Envelope 4 стратеги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41605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5E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41605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9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Reseal: set/sign/serialize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6177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5E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46177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9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hook (аль ч scheme)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50749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5E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50749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9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· mitmproxy · Burp req tab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55321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5E1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55321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9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key (JS capture)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297680" y="1600200"/>
            <a:ext cx="3566160" cy="4572000"/>
          </a:xfrm>
          <a:prstGeom prst="roundRect">
            <a:avLst>
              <a:gd name="adj" fmla="val 3077"/>
            </a:avLst>
          </a:prstGeom>
          <a:solidFill>
            <a:srgbClr val="1E2A3D"/>
          </a:solidFill>
          <a:ln w="12700">
            <a:solidFill>
              <a:srgbClr val="2C3E58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4572000" y="1828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F0B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ДАРААГ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0" y="237744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B4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#1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5120640" y="23774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9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cipher өргөтгөл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0" y="276148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ChaCha20 · RSA · ECDH-derive → algorithm солигдоход hook бичихгүй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4572000" y="36118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B4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#2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5120640" y="36118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9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extraction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0" y="399592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feed() холбож response-оос key автоматаар татах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0" y="484632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B4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#3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5120640" y="48463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9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Burp response tab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4572000" y="523036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4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request/response хоёулаа Burp дотор задарч харагдах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092440" y="1600200"/>
            <a:ext cx="3566160" cy="4572000"/>
          </a:xfrm>
          <a:prstGeom prst="roundRect">
            <a:avLst>
              <a:gd name="adj" fmla="val 3077"/>
            </a:avLst>
          </a:prstGeom>
          <a:solidFill>
            <a:srgbClr val="182234"/>
          </a:solidFill>
          <a:ln w="12700">
            <a:solidFill>
              <a:srgbClr val="2C3E58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8366760" y="1828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49B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ДАРАА НЬ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366760" y="2450592"/>
            <a:ext cx="91440" cy="91440"/>
          </a:xfrm>
          <a:prstGeom prst="ellipse">
            <a:avLst/>
          </a:prstGeom>
          <a:solidFill>
            <a:srgbClr val="49B6F0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595360" y="23774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9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reseal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8366760" y="2953512"/>
            <a:ext cx="91440" cy="91440"/>
          </a:xfrm>
          <a:prstGeom prst="ellipse">
            <a:avLst/>
          </a:prstGeom>
          <a:solidFill>
            <a:srgbClr val="49B6F0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8595360" y="28803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9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Intruder / Scanner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8366760" y="3456432"/>
            <a:ext cx="91440" cy="91440"/>
          </a:xfrm>
          <a:prstGeom prst="ellipse">
            <a:avLst/>
          </a:prstGeom>
          <a:solidFill>
            <a:srgbClr val="49B6F0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8595360" y="33832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9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/ streaming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8366760" y="3959352"/>
            <a:ext cx="91440" cy="91440"/>
          </a:xfrm>
          <a:prstGeom prst="ellipse">
            <a:avLst/>
          </a:prstGeom>
          <a:solidFill>
            <a:srgbClr val="49B6F0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8595360" y="38862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9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Protobuf / form body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8366760" y="4462272"/>
            <a:ext cx="91440" cy="91440"/>
          </a:xfrm>
          <a:prstGeom prst="ellipse">
            <a:avLst/>
          </a:prstGeom>
          <a:solidFill>
            <a:srgbClr val="49B6F0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8595360" y="43891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9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sandbox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8366760" y="4965192"/>
            <a:ext cx="91440" cy="91440"/>
          </a:xfrm>
          <a:prstGeom prst="ellipse">
            <a:avLst/>
          </a:prstGeom>
          <a:solidFill>
            <a:srgbClr val="49B6F0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8595360" y="48920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9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 key extraction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8366760" y="5468112"/>
            <a:ext cx="91440" cy="91440"/>
          </a:xfrm>
          <a:prstGeom prst="ellipse">
            <a:avLst/>
          </a:prstGeom>
          <a:solidFill>
            <a:srgbClr val="49B6F0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8595360" y="53949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9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Byte-exact reseal</a:t>
            </a:r>
            <a:endParaRPr lang="en-US" sz="1250" dirty="0"/>
          </a:p>
        </p:txBody>
      </p:sp>
      <p:sp>
        <p:nvSpPr>
          <p:cNvPr id="48" name="Text 46"/>
          <p:cNvSpPr txBox="1"/>
          <p:nvPr/>
        </p:nvSpPr>
        <p:spPr>
          <a:xfrm>
            <a:off x="50292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E8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TATAR RELAY</a:t>
            </a:r>
            <a:endParaRPr lang="en-US" sz="800" dirty="0"/>
          </a:p>
        </p:txBody>
      </p:sp>
      <p:sp>
        <p:nvSpPr>
          <p:cNvPr id="49" name="Text 47"/>
          <p:cNvSpPr txBox="1"/>
          <p:nvPr/>
        </p:nvSpPr>
        <p:spPr>
          <a:xfrm>
            <a:off x="11292840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80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90D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0"/>
            <a:ext cx="0" cy="6858000"/>
          </a:xfrm>
          <a:prstGeom prst="line">
            <a:avLst/>
          </a:prstGeom>
          <a:noFill/>
          <a:ln w="6350">
            <a:solidFill>
              <a:srgbClr val="1220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0" y="0"/>
            <a:ext cx="0" cy="6858000"/>
          </a:xfrm>
          <a:prstGeom prst="line">
            <a:avLst/>
          </a:prstGeom>
          <a:noFill/>
          <a:ln w="6350">
            <a:solidFill>
              <a:srgbClr val="1220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017520" y="0"/>
            <a:ext cx="0" cy="6858000"/>
          </a:xfrm>
          <a:prstGeom prst="line">
            <a:avLst/>
          </a:prstGeom>
          <a:noFill/>
          <a:ln w="6350">
            <a:solidFill>
              <a:srgbClr val="1220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023360" y="0"/>
            <a:ext cx="0" cy="6858000"/>
          </a:xfrm>
          <a:prstGeom prst="line">
            <a:avLst/>
          </a:prstGeom>
          <a:noFill/>
          <a:ln w="6350">
            <a:solidFill>
              <a:srgbClr val="1220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0" y="0"/>
            <a:ext cx="0" cy="6858000"/>
          </a:xfrm>
          <a:prstGeom prst="line">
            <a:avLst/>
          </a:prstGeom>
          <a:noFill/>
          <a:ln w="6350">
            <a:solidFill>
              <a:srgbClr val="1220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35040" y="0"/>
            <a:ext cx="0" cy="6858000"/>
          </a:xfrm>
          <a:prstGeom prst="line">
            <a:avLst/>
          </a:prstGeom>
          <a:noFill/>
          <a:ln w="6350">
            <a:solidFill>
              <a:srgbClr val="1220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40880" y="0"/>
            <a:ext cx="0" cy="6858000"/>
          </a:xfrm>
          <a:prstGeom prst="line">
            <a:avLst/>
          </a:prstGeom>
          <a:noFill/>
          <a:ln w="6350">
            <a:solidFill>
              <a:srgbClr val="1220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46720" y="0"/>
            <a:ext cx="0" cy="6858000"/>
          </a:xfrm>
          <a:prstGeom prst="line">
            <a:avLst/>
          </a:prstGeom>
          <a:noFill/>
          <a:ln w="6350">
            <a:solidFill>
              <a:srgbClr val="1220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052560" y="0"/>
            <a:ext cx="0" cy="6858000"/>
          </a:xfrm>
          <a:prstGeom prst="line">
            <a:avLst/>
          </a:prstGeom>
          <a:noFill/>
          <a:ln w="6350">
            <a:solidFill>
              <a:srgbClr val="12203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6350">
            <a:solidFill>
              <a:srgbClr val="1220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064240" y="0"/>
            <a:ext cx="0" cy="6858000"/>
          </a:xfrm>
          <a:prstGeom prst="line">
            <a:avLst/>
          </a:prstGeom>
          <a:noFill/>
          <a:ln w="6350">
            <a:solidFill>
              <a:srgbClr val="12203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1463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🔓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237744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E9EF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Boilerplate арилсан.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E9EF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Хэзээ ч хана мөргөхгүй.</a:t>
            </a:r>
            <a:endParaRPr lang="en-US" sz="46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41605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4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Config-first, code when needed — engineer-т зориулсан application-layer adapter.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822960" y="5029200"/>
            <a:ext cx="6858000" cy="1051560"/>
          </a:xfrm>
          <a:prstGeom prst="roundRect">
            <a:avLst>
              <a:gd name="adj" fmla="val 10435"/>
            </a:avLst>
          </a:prstGeom>
          <a:solidFill>
            <a:srgbClr val="182234"/>
          </a:solidFill>
          <a:ln w="12700">
            <a:solidFill>
              <a:srgbClr val="2C3E58"/>
            </a:solidFill>
            <a:prstDash val="solid"/>
          </a:ln>
          <a:effectLst>
            <a:outerShdw sx="100000" sy="100000" kx="0" ky="0" algn="bl" rotWithShape="0" blurRad="127000" dist="50800" dir="5400000">
              <a:srgbClr val="000000">
                <a:alpha val="4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1097280" y="51663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5E1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github.com/ochmunkh/Tatar-Relay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94A6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Enkhbat.O · Security Analyst · MIT License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2026-09-08T08:47:58Z</dcterms:created>
  <dcterms:modified xsi:type="dcterms:W3CDTF">2026-09-08T08:47:58Z</dcterms:modified>
</cp:coreProperties>
</file>