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640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🔓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APPLICATION-LAYER PROTOCOL ADAPTER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4688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Tatar Relay</a:t>
            </a:r>
            <a:endParaRPr lang="en-US" sz="78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Шифрлэгдсэн API-г энгийн HTTP мэт зас — decrypt.py → encrypt.py гогцоог зогсоо.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120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Enkhbat.O · Security Analyst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9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github.com/ochmunkh/Tatar-Relay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Зөвхөн зөвшөөрөлтэй аюулгүй байдлын тест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Асуудал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234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дээр нэмээд өөрсдийн давхар шифрлэлт хийсэн урсгалыг тестлэх нь эргэлддэг гар ажил.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5577840" cy="4297680"/>
          </a:xfrm>
          <a:prstGeom prst="roundRect">
            <a:avLst>
              <a:gd name="adj" fmla="val 2553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6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Өнөөдрийн урсгал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310896" cy="310896"/>
          </a:xfrm>
          <a:prstGeom prst="ellipse">
            <a:avLst/>
          </a:prstGeom>
          <a:solidFill>
            <a:srgbClr val="1E2A3D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788920"/>
            <a:ext cx="310896" cy="310896"/>
          </a:xfrm>
          <a:prstGeom prst="ellipse">
            <a:avLst/>
          </a:prstGeom>
          <a:solidFill>
            <a:srgbClr val="1E2A3D"/>
          </a:solidFill>
          <a:ln w="12700">
            <a:solidFill>
              <a:srgbClr val="F2637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7614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Burp-ээ орхиж capture-ээ хадгална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447288"/>
            <a:ext cx="310896" cy="310896"/>
          </a:xfrm>
          <a:prstGeom prst="ellipse">
            <a:avLst/>
          </a:prstGeom>
          <a:solidFill>
            <a:srgbClr val="1E2A3D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447288"/>
            <a:ext cx="310896" cy="310896"/>
          </a:xfrm>
          <a:prstGeom prst="ellipse">
            <a:avLst/>
          </a:prstGeom>
          <a:solidFill>
            <a:srgbClr val="1E2A3D"/>
          </a:solidFill>
          <a:ln w="12700">
            <a:solidFill>
              <a:srgbClr val="F2637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198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decrypt.py бичиж/ажиллуулна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105656"/>
            <a:ext cx="310896" cy="310896"/>
          </a:xfrm>
          <a:prstGeom prst="ellipse">
            <a:avLst/>
          </a:prstGeom>
          <a:solidFill>
            <a:srgbClr val="1E2A3D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105656"/>
            <a:ext cx="310896" cy="310896"/>
          </a:xfrm>
          <a:prstGeom prst="ellipse">
            <a:avLst/>
          </a:prstGeom>
          <a:solidFill>
            <a:srgbClr val="1E2A3D"/>
          </a:solidFill>
          <a:ln w="12700">
            <a:solidFill>
              <a:srgbClr val="F2637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105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0782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JSON-оо гараар засна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4764024"/>
            <a:ext cx="310896" cy="310896"/>
          </a:xfrm>
          <a:prstGeom prst="ellipse">
            <a:avLst/>
          </a:prstGeom>
          <a:solidFill>
            <a:srgbClr val="1E2A3D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764024"/>
            <a:ext cx="310896" cy="310896"/>
          </a:xfrm>
          <a:prstGeom prst="ellipse">
            <a:avLst/>
          </a:prstGeom>
          <a:solidFill>
            <a:srgbClr val="1E2A3D"/>
          </a:solidFill>
          <a:ln w="12700">
            <a:solidFill>
              <a:srgbClr val="F2637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764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7365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encrypt.py-ээр буцааж шифрлэнэ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5422392"/>
            <a:ext cx="310896" cy="310896"/>
          </a:xfrm>
          <a:prstGeom prst="ellipse">
            <a:avLst/>
          </a:prstGeom>
          <a:solidFill>
            <a:srgbClr val="1E2A3D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5422392"/>
            <a:ext cx="310896" cy="310896"/>
          </a:xfrm>
          <a:prstGeom prst="ellipse">
            <a:avLst/>
          </a:prstGeom>
          <a:solidFill>
            <a:srgbClr val="1E2A3D"/>
          </a:solidFill>
          <a:ln w="12700">
            <a:solidFill>
              <a:srgbClr val="F2637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422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5394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envelope/HMAC-ээ гараар угсарна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55080" y="1965960"/>
            <a:ext cx="5257800" cy="2057400"/>
          </a:xfrm>
          <a:prstGeom prst="roundRect">
            <a:avLst>
              <a:gd name="adj" fmla="val 5333"/>
            </a:avLst>
          </a:prstGeom>
          <a:solidFill>
            <a:srgbClr val="1E2A3D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629400" y="2240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бүрт · engineer бүрт · удаа болгонд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27432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солигдох бүрт бүх скриптээ дахин бичнэ — цаг алдана.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55080" y="4206240"/>
            <a:ext cx="5257800" cy="2057400"/>
          </a:xfrm>
          <a:prstGeom prst="roundRect">
            <a:avLst>
              <a:gd name="adj" fmla="val 5333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629400" y="4389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6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5200" dirty="0"/>
          </a:p>
        </p:txBody>
      </p:sp>
      <p:sp>
        <p:nvSpPr>
          <p:cNvPr id="31" name="Text 29"/>
          <p:cNvSpPr txBox="1"/>
          <p:nvPr/>
        </p:nvSpPr>
        <p:spPr>
          <a:xfrm>
            <a:off x="6629400" y="52578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мөр mitmproxy addon — engagement бүрт дахин бичигддэг boilerplate.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Шийдэл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234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Тэр гар ажлыг нэг дахин ашиглагдах 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023360" y="1234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pPr indent="0" marL="0">
              <a:buNone/>
            </a:pPr>
            <a:r>
              <a:rPr lang="en-US" sz="16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болгож хураана.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68880"/>
            <a:ext cx="640080" cy="640080"/>
          </a:xfrm>
          <a:prstGeom prst="ellipse">
            <a:avLst/>
          </a:prstGeom>
          <a:solidFill>
            <a:srgbClr val="1E2A3D"/>
          </a:solidFill>
          <a:ln w="19050">
            <a:solidFill>
              <a:srgbClr val="45E1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8716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🔓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5E1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Автоматаар тайлна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404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нь body-г plaintext JSON болгож задална — capture, decrypt.py хэрэггүй.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21488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468880"/>
            <a:ext cx="640080" cy="640080"/>
          </a:xfrm>
          <a:prstGeom prst="ellipse">
            <a:avLst/>
          </a:prstGeom>
          <a:solidFill>
            <a:srgbClr val="1E2A3D"/>
          </a:solidFill>
          <a:ln w="19050">
            <a:solidFill>
              <a:srgbClr val="49B6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248716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✎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291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9B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Энгийн мэт зас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8404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Repeater дотор ердийн HTTP request шиг plaintext-ээ засна.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92440" y="21488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0" y="2468880"/>
            <a:ext cx="640080" cy="640080"/>
          </a:xfrm>
          <a:prstGeom prst="ellipse">
            <a:avLst/>
          </a:prstGeom>
          <a:solidFill>
            <a:srgbClr val="1E2A3D"/>
          </a:solidFill>
          <a:ln w="19050">
            <a:solidFill>
              <a:srgbClr val="F0B42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0" y="248716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291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Reseal автомат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8404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Илгээхэд буцааж encrypt + HMAC/nonce/timestamp дахин угсарна.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5532120"/>
            <a:ext cx="11155680" cy="777240"/>
          </a:xfrm>
          <a:prstGeom prst="roundRect">
            <a:avLst>
              <a:gd name="adj" fmla="val 14118"/>
            </a:avLst>
          </a:prstGeom>
          <a:solidFill>
            <a:srgbClr val="1E2A3D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55321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Цөм зарчим:  </a:t>
            </a:r>
            <a:pPr indent="0" marL="0">
              <a:buNone/>
            </a:pPr>
            <a:r>
              <a:rPr lang="en-US" sz="1400" b="1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энгийнд declarative (YAML) · хэцүүд Python hook — хэзээ ч хана мөргөхгүй.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 — 3 фаз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Цэвэр урвуутай алхмуудыг бүтцийн/stateful замбараанаас зориуд салгасан.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3520440" cy="3977640"/>
          </a:xfrm>
          <a:prstGeom prst="roundRect">
            <a:avLst>
              <a:gd name="adj" fmla="val 363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9B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Envelope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9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Бүтцийн · асимметрик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690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locate() payload-ыг ялгаж, skeleton-ыг хадгална. rebuild() буцааж суулгана.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520440" cy="3977640"/>
          </a:xfrm>
          <a:prstGeom prst="roundRect">
            <a:avLst>
              <a:gd name="adj" fmla="val 363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17720" y="2194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5E1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Цэвэр · урвуутай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40690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forward=decrypt, backward=encrypt. decrypt(encrypt(x))==x инвариант.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92440" y="1965960"/>
            <a:ext cx="3520440" cy="3977640"/>
          </a:xfrm>
          <a:prstGeom prst="roundRect">
            <a:avLst>
              <a:gd name="adj" fmla="val 363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412480" y="2194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Reseal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Integrity · backward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0690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ts/nonce тавьж, шинэ envelope дээр HMAC-ыг дахин бодно.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3657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E809B"/>
                </a:solidFill>
              </a:rPr>
              <a:t>→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657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E809B"/>
                </a:solidFill>
              </a:rPr>
              <a:t>→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урсгал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Нэг flow-ийн decrypt → засах → encrypt мөчлөг.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6858000" cy="4297680"/>
          </a:xfrm>
          <a:prstGeom prst="roundRect">
            <a:avLst>
              <a:gd name="adj" fmla="val 1702"/>
            </a:avLst>
          </a:prstGeom>
          <a:solidFill>
            <a:srgbClr val="0B121D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2148840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6" name="Shape 4"/>
          <p:cNvSpPr/>
          <p:nvPr/>
        </p:nvSpPr>
        <p:spPr>
          <a:xfrm>
            <a:off x="832104" y="2148840"/>
            <a:ext cx="91440" cy="91440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" y="2148840"/>
            <a:ext cx="91440" cy="91440"/>
          </a:xfrm>
          <a:prstGeom prst="ellipse">
            <a:avLst/>
          </a:prstGeom>
          <a:solidFill>
            <a:srgbClr val="45E1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350008"/>
            <a:ext cx="64922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 body (from client)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9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① Envelope.locate      → payload ялгах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② base64_decode        → bytes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② hmac_verify          → integrity шалгах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② aes_decrypt          → plaintext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② as_json              → dict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… Burp дотор JSON-оо зас …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② aes_encrypt (урвуу)  → bytes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② base64_encode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9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① Envelope.rebuild     → skeleton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③ Reseal.sign          → ts/nonce/HMAC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 body → server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89520" y="1965960"/>
            <a:ext cx="4041648" cy="4297680"/>
          </a:xfrm>
          <a:prstGeom prst="roundRect">
            <a:avLst>
              <a:gd name="adj" fmla="val 2715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863840" y="2194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5E1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 инвариант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697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decrypt(encrypt(x)) == x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32004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алхам бүр цэвэр, урвуутай — тестээр батлагдсан.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63840" y="4160520"/>
            <a:ext cx="3474720" cy="0"/>
          </a:xfrm>
          <a:prstGeom prst="line">
            <a:avLst/>
          </a:prstGeom>
          <a:noFill/>
          <a:ln w="12700">
            <a:solidFill>
              <a:srgbClr val="2C3E5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0" y="4297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Reseal чухал шалтгаан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475488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JSON-ыг дахин serialize хийхэд key дараалал өөрчлөгдөж HMAC эвдэрдэг — тиймээс preserve / canonical / compact горим тодорхой.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&amp; Reseal алхмууд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— код бичихгүй, YAML-аар угсарна.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258568"/>
            <a:ext cx="146304" cy="146304"/>
          </a:xfrm>
          <a:prstGeom prst="ellipse">
            <a:avLst/>
          </a:prstGeom>
          <a:solidFill>
            <a:srgbClr val="45E1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base64_decode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7432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· gzip давхарга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00984" y="196596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57016" y="2258568"/>
            <a:ext cx="146304" cy="146304"/>
          </a:xfrm>
          <a:prstGeom prst="ellipse">
            <a:avLst/>
          </a:prstGeom>
          <a:solidFill>
            <a:srgbClr val="45E1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03904" y="2148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aes_decrypt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57016" y="27432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 / GCM · IV prefix|value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99048" y="196596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2258568"/>
            <a:ext cx="146304" cy="146304"/>
          </a:xfrm>
          <a:prstGeom prst="ellipse">
            <a:avLst/>
          </a:prstGeom>
          <a:solidFill>
            <a:srgbClr val="49B6F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01968" y="2148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hmac_verify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7432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sha1 / 256 / 512 шалгах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97112" y="196596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53144" y="2258568"/>
            <a:ext cx="146304" cy="146304"/>
          </a:xfrm>
          <a:prstGeom prst="ellipse">
            <a:avLst/>
          </a:prstGeom>
          <a:solidFill>
            <a:srgbClr val="49B6F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00032" y="2148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as_json / as_text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53144" y="27432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↔ dict / str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39319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952" y="4224528"/>
            <a:ext cx="146304" cy="14630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4114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" y="4709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 / nonce талбар тавих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300984" y="39319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57016" y="4224528"/>
            <a:ext cx="146304" cy="14630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803904" y="4114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557016" y="4709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гарын үсэг (256/512)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099048" y="39319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55080" y="4224528"/>
            <a:ext cx="146304" cy="14630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601968" y="4114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serialize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355080" y="4709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/ canonical / compact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897112" y="39319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153144" y="4224528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00032" y="4114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153144" y="4709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 ч scheme — escape hatch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Envelope — payload олох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Стратегиуд дараалж туршигдана — эхний тохирсон нь ялна.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20116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Бүхэл body = payload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30175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json_field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30175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объектын нэг талбар (field)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402336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40233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40233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header-ийн утга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502920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5029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50292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capture group 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201168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0B121D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2194560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18" name="Shape 16"/>
          <p:cNvSpPr/>
          <p:nvPr/>
        </p:nvSpPr>
        <p:spPr>
          <a:xfrm>
            <a:off x="6592824" y="2194560"/>
            <a:ext cx="91440" cy="91440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9" name="Shape 17"/>
          <p:cNvSpPr/>
          <p:nvPr/>
        </p:nvSpPr>
        <p:spPr>
          <a:xfrm>
            <a:off x="6757416" y="2194560"/>
            <a:ext cx="91440" cy="91440"/>
          </a:xfrm>
          <a:prstGeom prst="ellipse">
            <a:avLst/>
          </a:prstGeom>
          <a:solidFill>
            <a:srgbClr val="45E1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2395728"/>
            <a:ext cx="5029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YAML profile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9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envelope: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locate: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in: json_field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field: data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in: raw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skeleton нь ctx-д хадгалагдаж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rebuild() дээр буцаж угсрана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Хувьсагч &amp; Template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${…} нь </a:t>
            </a:r>
            <a:pPr indent="0" marL="0">
              <a:buNone/>
            </a:pPr>
            <a:r>
              <a:rPr lang="en-US" sz="1500" b="1" dirty="0">
                <a:solidFill>
                  <a:srgbClr val="F2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БИШ</a:t>
            </a:r>
            <a:pPr indent="0" marL="0">
              <a:buNone/>
            </a:pPr>
            <a:r>
              <a:rPr lang="en-US" sz="15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зөвхөн тогтмол токенууд. Хэцүү бол → Python hook.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5669280" cy="804672"/>
          </a:xfrm>
          <a:prstGeom prst="roundRect">
            <a:avLst>
              <a:gd name="adj" fmla="val 1363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${session_key}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2011680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VarStore-оос утга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944368"/>
            <a:ext cx="5669280" cy="804672"/>
          </a:xfrm>
          <a:prstGeom prst="roundRect">
            <a:avLst>
              <a:gd name="adj" fmla="val 1363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944368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${payload_b64}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944368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одоогийн алхмын оролт (base64)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877056"/>
            <a:ext cx="5669280" cy="804672"/>
          </a:xfrm>
          <a:prstGeom prst="roundRect">
            <a:avLst>
              <a:gd name="adj" fmla="val 1363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3877056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${now_ms}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877056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millisecond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809744"/>
            <a:ext cx="5669280" cy="804672"/>
          </a:xfrm>
          <a:prstGeom prst="roundRect">
            <a:avLst>
              <a:gd name="adj" fmla="val 1363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4809744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${random_hex(N)}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4809744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байт санамсаргүй hex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46520" y="201168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1E2A3D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72084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9B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vs live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83464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нэг удаа extract хийж кэшлэнэ (жишээ: session_key)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бүрт дахин бодогдоно (counter, nonce)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D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hook — escape hatch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хүрэлцэхгүй үед — hook гэдэг зүгээр л хэрэглэгчийн бичсэн Step, ижил (data, ctx) гарын үсэгтэй.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6766560" cy="4297680"/>
          </a:xfrm>
          <a:prstGeom prst="roundRect">
            <a:avLst>
              <a:gd name="adj" fmla="val 1702"/>
            </a:avLst>
          </a:prstGeom>
          <a:solidFill>
            <a:srgbClr val="0B121D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2148840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6" name="Shape 4"/>
          <p:cNvSpPr/>
          <p:nvPr/>
        </p:nvSpPr>
        <p:spPr>
          <a:xfrm>
            <a:off x="832104" y="2148840"/>
            <a:ext cx="91440" cy="91440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" y="2148840"/>
            <a:ext cx="91440" cy="91440"/>
          </a:xfrm>
          <a:prstGeom prst="ellipse">
            <a:avLst/>
          </a:prstGeom>
          <a:solidFill>
            <a:srgbClr val="45E1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350008"/>
            <a:ext cx="64008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9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python: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file: hooks/ecdh_gcm.py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forward: decrypt_field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backward: encrypt_field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decrypt_field(data, ctx):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 = ctx.vars.get('session_key')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AESGCM(key).decrypt(...)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ECDH+GCM, RSA-OAEP hybrid, custom codec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0" y="1965960"/>
            <a:ext cx="4160520" cy="4297680"/>
          </a:xfrm>
          <a:prstGeom prst="roundRect">
            <a:avLst>
              <a:gd name="adj" fmla="val 2637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Аюулгүй байдал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788920"/>
            <a:ext cx="3611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allow_python_hooks: false</a:t>
            </a:r>
            <a:endParaRPr lang="en-US" sz="1250" dirty="0"/>
          </a:p>
          <a:p>
            <a:pPr indent="0" marL="0">
              <a:buNone/>
            </a:pPr>
            <a:r>
              <a:rPr lang="en-US" sz="14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анхдагч. Итгэмжлэгдээгүй / community profile заавал declarative-only.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4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агуулсан profile = дурын код ажиллах эрсдэл. Зөвхөн итгэдэг local profile-оос ажиллуул.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Алдаа &amp; Fail-safe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188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алхам бүрийг wrap хийнэ — pipeline хэзээ ч эвдэрсэн request явуулахгүй, эх байт руугаа fallback.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DecryptError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 · step · direction · channel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нь эдгээрийг барьж, лог болгож, эх message-ыг хэвээр дамжуулна.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9377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→ тестерт яг хаана, яагаад гэдгийг шууд хэлнэ.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1965960"/>
            <a:ext cx="5715000" cy="4206240"/>
          </a:xfrm>
          <a:prstGeom prst="roundRect">
            <a:avLst>
              <a:gd name="adj" fmla="val 2609"/>
            </a:avLst>
          </a:prstGeom>
          <a:solidFill>
            <a:srgbClr val="1E2A3D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1792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B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хаалттай категори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3640" y="2798064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64808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2798064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08008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tag_mismatch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3346704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64808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wrong_key_size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06840" y="3346704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08008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signature_invalid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895344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64808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type_mismatch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06840" y="3895344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08008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locate_failed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4443984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64808" y="4343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extraction_failed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06840" y="4443984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08008" y="4343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scope_violation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4992624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64808" y="4892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profile_invalid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006840" y="4992624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208008" y="4892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hook_error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5541264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64808" y="5440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config_error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006840" y="5541264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208008" y="5440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D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Frontend-үүд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188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core нь эрх мэдэлтэй — бусад frontend bridge (JSON-RPC)-ээр ярина. Java-д crypto давтахгүй.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3520440" cy="4023360"/>
          </a:xfrm>
          <a:prstGeom prst="roundRect">
            <a:avLst>
              <a:gd name="adj" fmla="val 363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5E1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2880360" cy="0"/>
          </a:xfrm>
          <a:prstGeom prst="line">
            <a:avLst/>
          </a:prstGeom>
          <a:noFill/>
          <a:ln w="12700">
            <a:solidFill>
              <a:srgbClr val="2C3E5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24612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· preview · validate · inspect · bridge · capture. Proxy-гүйгээр profile-оо батлах хамгийн хурдан зам.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297680" y="2011680"/>
            <a:ext cx="3520440" cy="4023360"/>
          </a:xfrm>
          <a:prstGeom prst="roundRect">
            <a:avLst>
              <a:gd name="adj" fmla="val 363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17720" y="2331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9B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mitmproxy addon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617720" y="3063240"/>
            <a:ext cx="2880360" cy="0"/>
          </a:xfrm>
          <a:prstGeom prst="line">
            <a:avLst/>
          </a:prstGeom>
          <a:noFill/>
          <a:ln w="12700">
            <a:solidFill>
              <a:srgbClr val="2C3E5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324612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 reference. Scripted rewrite + response дээр extraction feed.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92440" y="2011680"/>
            <a:ext cx="3520440" cy="4023360"/>
          </a:xfrm>
          <a:prstGeom prst="roundRect">
            <a:avLst>
              <a:gd name="adj" fmla="val 363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12480" y="2331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Burp extension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412480" y="3063240"/>
            <a:ext cx="2880360" cy="0"/>
          </a:xfrm>
          <a:prstGeom prst="line">
            <a:avLst/>
          </a:prstGeom>
          <a:noFill/>
          <a:ln w="12700">
            <a:solidFill>
              <a:srgbClr val="2C3E5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324612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v0.2. Montoya API. 'Tatar Relay 🔓' tab — Repeater дотор plaintext зас.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key capture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188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бүрт өөрчлөгддөг session key-г алгоритмаар барьж, bridge-д автоматаар дамжуулна.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017520" cy="2560320"/>
          </a:xfrm>
          <a:prstGeom prst="roundRect">
            <a:avLst>
              <a:gd name="adj" fmla="val 428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468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5E1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 hook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6576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CryptoJS + WebCrypto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deriveKey / importKey залгана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886200" y="32004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809B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480560" y="2286000"/>
            <a:ext cx="3017520" cy="2560320"/>
          </a:xfrm>
          <a:prstGeom prst="roundRect">
            <a:avLst>
              <a:gd name="adj" fmla="val 428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54880" y="2468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9B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server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6576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/key?v=&lt;hex&gt;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9091 дээр хүлээж авна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32004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809B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017520" cy="2560320"/>
          </a:xfrm>
          <a:prstGeom prst="roundRect">
            <a:avLst>
              <a:gd name="adj" fmla="val 428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412480" y="2468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6576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captured_vars →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decrypt-д автоматаар орно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512064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1E2A3D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relay bridge profile.yaml --capture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hook-оо нэг удаа Match&amp;Replace-д тарь → login бүрт key автоматаар шинэчлэгдэнэ.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Аюулгүй байдал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өөрөө хариуцлагатай — зөвхөн зөвшөөрөлтэй тест.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205740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441448"/>
            <a:ext cx="164592" cy="164592"/>
          </a:xfrm>
          <a:prstGeom prst="ellipse">
            <a:avLst/>
          </a:prstGeom>
          <a:solidFill>
            <a:srgbClr val="45E1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3134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Fail-closed scope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scope.hosts хоосон бол profile ачаалахгүй. Зөвшөөрөгдөөгүй host/path-аас гадуур тайлахаас татгалзана.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205740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2441448"/>
            <a:ext cx="164592" cy="164592"/>
          </a:xfrm>
          <a:prstGeom prst="ellipse">
            <a:avLst/>
          </a:prstGeom>
          <a:solidFill>
            <a:srgbClr val="49B6F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66560" y="23134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Constant-time compare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8803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hmac.compare_digest() — timing attack хориглоно.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406908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453128"/>
            <a:ext cx="164592" cy="16459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43251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Declarative-only sharing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920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profile Python агуулж болохгүй — supply-chain занга хаана.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26480" y="406908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4453128"/>
            <a:ext cx="164592" cy="164592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0" y="43251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chain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48920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Тайлсан бүхэн profile + scope + timestamp-тайгаар лог болно.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D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Замын зураг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3566160" cy="4572000"/>
          </a:xfrm>
          <a:prstGeom prst="roundRect">
            <a:avLst>
              <a:gd name="adj" fmla="val 3077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ОДОО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E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331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AES-CBC / GCM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E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788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verify (1/256/512)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46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E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/ hex / gzip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703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E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4 стратеги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160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E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160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Reseal: set/sign/serialize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17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E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617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hook (аль ч scheme)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074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E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074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· mitmproxy · Burp req tab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532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E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532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key (JS capture)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97680" y="1600200"/>
            <a:ext cx="3566160" cy="4572000"/>
          </a:xfrm>
          <a:prstGeom prst="roundRect">
            <a:avLst>
              <a:gd name="adj" fmla="val 3077"/>
            </a:avLst>
          </a:prstGeom>
          <a:solidFill>
            <a:srgbClr val="1E2A3D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57200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ДАРААГ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2377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cipher өргөтгөл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276148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 · RSA · ECDH-derive → algorithm солигдоход hook бичихгүй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3611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extraction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399592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feed() холбож response-оос key автоматаар татах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48463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4846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response tab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52303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хоёулаа Burp дотор задарч харагдах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92440" y="1600200"/>
            <a:ext cx="3566160" cy="4572000"/>
          </a:xfrm>
          <a:prstGeom prst="roundRect">
            <a:avLst>
              <a:gd name="adj" fmla="val 3077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36676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49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ДАРАА НЬ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66760" y="2450592"/>
            <a:ext cx="91440" cy="91440"/>
          </a:xfrm>
          <a:prstGeom prst="ellipse">
            <a:avLst/>
          </a:prstGeom>
          <a:solidFill>
            <a:srgbClr val="49B6F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95360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reseal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366760" y="2953512"/>
            <a:ext cx="91440" cy="91440"/>
          </a:xfrm>
          <a:prstGeom prst="ellipse">
            <a:avLst/>
          </a:prstGeom>
          <a:solidFill>
            <a:srgbClr val="49B6F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595360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Intruder / Scanner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366760" y="3456432"/>
            <a:ext cx="91440" cy="91440"/>
          </a:xfrm>
          <a:prstGeom prst="ellipse">
            <a:avLst/>
          </a:prstGeom>
          <a:solidFill>
            <a:srgbClr val="49B6F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595360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/ streaming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366760" y="3959352"/>
            <a:ext cx="91440" cy="91440"/>
          </a:xfrm>
          <a:prstGeom prst="ellipse">
            <a:avLst/>
          </a:prstGeom>
          <a:solidFill>
            <a:srgbClr val="49B6F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595360" y="3886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Protobuf / form body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366760" y="4462272"/>
            <a:ext cx="91440" cy="91440"/>
          </a:xfrm>
          <a:prstGeom prst="ellipse">
            <a:avLst/>
          </a:prstGeom>
          <a:solidFill>
            <a:srgbClr val="49B6F0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595360" y="4389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sandbox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366760" y="4965192"/>
            <a:ext cx="91440" cy="91440"/>
          </a:xfrm>
          <a:prstGeom prst="ellipse">
            <a:avLst/>
          </a:prstGeom>
          <a:solidFill>
            <a:srgbClr val="49B6F0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595360" y="4892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 key extraction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8366760" y="5468112"/>
            <a:ext cx="91440" cy="91440"/>
          </a:xfrm>
          <a:prstGeom prst="ellipse">
            <a:avLst/>
          </a:prstGeom>
          <a:solidFill>
            <a:srgbClr val="49B6F0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595360" y="5394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Byte-exact reseal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D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🔓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Boilerplate арилсан.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Хэзээ ч хана мөргөхгүй.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160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Config-first, code when needed — engineer-т зориулсан application-layer adapter.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5029200"/>
            <a:ext cx="6858000" cy="1051560"/>
          </a:xfrm>
          <a:prstGeom prst="roundRect">
            <a:avLst>
              <a:gd name="adj" fmla="val 10435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97280" y="51663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github.com/ochmunkh/Tatar-Relay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Enkhbat.O · Security Analyst · MIT License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2026-09-08T08:47:58Z</dcterms:created>
  <dcterms:modified xsi:type="dcterms:W3CDTF">2026-09-08T08:47:58Z</dcterms:modified>
</cp:coreProperties>
</file>